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4B217-6BDD-4462-B061-A0916D877DFF}" v="10" dt="2026-08-21T12:45:54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o Wajsenzon Lopes" userId="ac81c7d3-7841-4567-9220-2ed61e39f239" providerId="ADAL" clId="{2BD6AA42-1855-4AC8-8346-17431FFA7888}"/>
    <pc:docChg chg="undo custSel addSld modSld sldOrd">
      <pc:chgData name="Caio Wajsenzon Lopes" userId="ac81c7d3-7841-4567-9220-2ed61e39f239" providerId="ADAL" clId="{2BD6AA42-1855-4AC8-8346-17431FFA7888}" dt="2026-08-21T13:17:59.581" v="1560" actId="20577"/>
      <pc:docMkLst>
        <pc:docMk/>
      </pc:docMkLst>
      <pc:sldChg chg="addSp modSp mod">
        <pc:chgData name="Caio Wajsenzon Lopes" userId="ac81c7d3-7841-4567-9220-2ed61e39f239" providerId="ADAL" clId="{2BD6AA42-1855-4AC8-8346-17431FFA7888}" dt="2026-08-21T13:16:24.422" v="1448" actId="20577"/>
        <pc:sldMkLst>
          <pc:docMk/>
          <pc:sldMk cId="1528297116" sldId="256"/>
        </pc:sldMkLst>
        <pc:spChg chg="mod">
          <ac:chgData name="Caio Wajsenzon Lopes" userId="ac81c7d3-7841-4567-9220-2ed61e39f239" providerId="ADAL" clId="{2BD6AA42-1855-4AC8-8346-17431FFA7888}" dt="2026-08-21T11:39:59.521" v="386" actId="1076"/>
          <ac:spMkLst>
            <pc:docMk/>
            <pc:sldMk cId="1528297116" sldId="256"/>
            <ac:spMk id="2" creationId="{97B112F1-8BA3-F643-0D60-EEC3F48BE102}"/>
          </ac:spMkLst>
        </pc:spChg>
        <pc:spChg chg="mod">
          <ac:chgData name="Caio Wajsenzon Lopes" userId="ac81c7d3-7841-4567-9220-2ed61e39f239" providerId="ADAL" clId="{2BD6AA42-1855-4AC8-8346-17431FFA7888}" dt="2026-08-21T11:43:41.880" v="420" actId="27636"/>
          <ac:spMkLst>
            <pc:docMk/>
            <pc:sldMk cId="1528297116" sldId="256"/>
            <ac:spMk id="3" creationId="{9BD8A6EB-ADDA-3CE6-863A-FAF43F93B564}"/>
          </ac:spMkLst>
        </pc:spChg>
        <pc:spChg chg="add mod">
          <ac:chgData name="Caio Wajsenzon Lopes" userId="ac81c7d3-7841-4567-9220-2ed61e39f239" providerId="ADAL" clId="{2BD6AA42-1855-4AC8-8346-17431FFA7888}" dt="2026-08-21T13:16:24.422" v="1448" actId="20577"/>
          <ac:spMkLst>
            <pc:docMk/>
            <pc:sldMk cId="1528297116" sldId="256"/>
            <ac:spMk id="4" creationId="{1B0E9E6E-39D5-064A-2419-C080D0714F2E}"/>
          </ac:spMkLst>
        </pc:spChg>
      </pc:sldChg>
      <pc:sldChg chg="modSp mod">
        <pc:chgData name="Caio Wajsenzon Lopes" userId="ac81c7d3-7841-4567-9220-2ed61e39f239" providerId="ADAL" clId="{2BD6AA42-1855-4AC8-8346-17431FFA7888}" dt="2026-08-21T13:16:36.978" v="1452" actId="20577"/>
        <pc:sldMkLst>
          <pc:docMk/>
          <pc:sldMk cId="2305241470" sldId="259"/>
        </pc:sldMkLst>
        <pc:spChg chg="mod">
          <ac:chgData name="Caio Wajsenzon Lopes" userId="ac81c7d3-7841-4567-9220-2ed61e39f239" providerId="ADAL" clId="{2BD6AA42-1855-4AC8-8346-17431FFA7888}" dt="2026-08-21T13:16:36.978" v="1452" actId="20577"/>
          <ac:spMkLst>
            <pc:docMk/>
            <pc:sldMk cId="2305241470" sldId="259"/>
            <ac:spMk id="2" creationId="{330F88BE-0641-AF72-C22B-92E2BCA8A778}"/>
          </ac:spMkLst>
        </pc:spChg>
        <pc:spChg chg="mod">
          <ac:chgData name="Caio Wajsenzon Lopes" userId="ac81c7d3-7841-4567-9220-2ed61e39f239" providerId="ADAL" clId="{2BD6AA42-1855-4AC8-8346-17431FFA7888}" dt="2026-08-21T11:53:15.329" v="561" actId="20577"/>
          <ac:spMkLst>
            <pc:docMk/>
            <pc:sldMk cId="2305241470" sldId="259"/>
            <ac:spMk id="11" creationId="{9C6E1F05-AF52-929D-CD5F-D403D49F64A9}"/>
          </ac:spMkLst>
        </pc:spChg>
      </pc:sldChg>
      <pc:sldChg chg="addSp delSp modSp mod setBg">
        <pc:chgData name="Caio Wajsenzon Lopes" userId="ac81c7d3-7841-4567-9220-2ed61e39f239" providerId="ADAL" clId="{2BD6AA42-1855-4AC8-8346-17431FFA7888}" dt="2026-08-21T11:56:34.073" v="564" actId="1076"/>
        <pc:sldMkLst>
          <pc:docMk/>
          <pc:sldMk cId="355654566" sldId="260"/>
        </pc:sldMkLst>
        <pc:spChg chg="mod">
          <ac:chgData name="Caio Wajsenzon Lopes" userId="ac81c7d3-7841-4567-9220-2ed61e39f239" providerId="ADAL" clId="{2BD6AA42-1855-4AC8-8346-17431FFA7888}" dt="2026-08-21T03:44:33.145" v="98" actId="27636"/>
          <ac:spMkLst>
            <pc:docMk/>
            <pc:sldMk cId="355654566" sldId="260"/>
            <ac:spMk id="2" creationId="{28BCDB6E-791D-B85B-1DD8-99B17C0AD909}"/>
          </ac:spMkLst>
        </pc:spChg>
        <pc:spChg chg="add del mod">
          <ac:chgData name="Caio Wajsenzon Lopes" userId="ac81c7d3-7841-4567-9220-2ed61e39f239" providerId="ADAL" clId="{2BD6AA42-1855-4AC8-8346-17431FFA7888}" dt="2026-08-21T03:49:23.055" v="188" actId="478"/>
          <ac:spMkLst>
            <pc:docMk/>
            <pc:sldMk cId="355654566" sldId="260"/>
            <ac:spMk id="12" creationId="{B1D1668B-5668-7B2C-A70A-EF023086C15A}"/>
          </ac:spMkLst>
        </pc:spChg>
        <pc:spChg chg="add del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18" creationId="{5F07A6A6-E44B-411E-AA18-65E4811366A6}"/>
          </ac:spMkLst>
        </pc:spChg>
        <pc:spChg chg="add del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24" creationId="{5D5A8E14-301B-40C0-A174-D2232EF95C0B}"/>
          </ac:spMkLst>
        </pc:spChg>
        <pc:spChg chg="add del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26" creationId="{BC9CB508-FF90-4201-B852-19409B06D656}"/>
          </ac:spMkLst>
        </pc:spChg>
        <pc:spChg chg="add del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28" creationId="{67B72EB2-444A-42B0-BE12-6EA274B22490}"/>
          </ac:spMkLst>
        </pc:spChg>
        <pc:spChg chg="add del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30" creationId="{769CD228-D5CA-4C29-A9D1-4C919760B0EC}"/>
          </ac:spMkLst>
        </pc:spChg>
        <pc:spChg chg="add del">
          <ac:chgData name="Caio Wajsenzon Lopes" userId="ac81c7d3-7841-4567-9220-2ed61e39f239" providerId="ADAL" clId="{2BD6AA42-1855-4AC8-8346-17431FFA7888}" dt="2026-08-21T03:44:40.764" v="99" actId="478"/>
          <ac:spMkLst>
            <pc:docMk/>
            <pc:sldMk cId="355654566" sldId="260"/>
            <ac:spMk id="34" creationId="{DB02FE6B-EB33-0FE9-6620-AA9B1FDB746C}"/>
          </ac:spMkLst>
        </pc:spChg>
        <pc:spChg chg="add del">
          <ac:chgData name="Caio Wajsenzon Lopes" userId="ac81c7d3-7841-4567-9220-2ed61e39f239" providerId="ADAL" clId="{2BD6AA42-1855-4AC8-8346-17431FFA7888}" dt="2026-08-21T03:44:33.125" v="96" actId="26606"/>
          <ac:spMkLst>
            <pc:docMk/>
            <pc:sldMk cId="355654566" sldId="260"/>
            <ac:spMk id="39" creationId="{4A497DBC-2692-42B4-A606-31024033F7C0}"/>
          </ac:spMkLst>
        </pc:spChg>
        <pc:spChg chg="add del">
          <ac:chgData name="Caio Wajsenzon Lopes" userId="ac81c7d3-7841-4567-9220-2ed61e39f239" providerId="ADAL" clId="{2BD6AA42-1855-4AC8-8346-17431FFA7888}" dt="2026-08-21T03:44:33.125" v="96" actId="26606"/>
          <ac:spMkLst>
            <pc:docMk/>
            <pc:sldMk cId="355654566" sldId="260"/>
            <ac:spMk id="47" creationId="{E1C4A5C1-C93B-401A-BAB0-B3937EADE76C}"/>
          </ac:spMkLst>
        </pc:spChg>
        <pc:spChg chg="add del">
          <ac:chgData name="Caio Wajsenzon Lopes" userId="ac81c7d3-7841-4567-9220-2ed61e39f239" providerId="ADAL" clId="{2BD6AA42-1855-4AC8-8346-17431FFA7888}" dt="2026-08-21T03:44:33.125" v="96" actId="26606"/>
          <ac:spMkLst>
            <pc:docMk/>
            <pc:sldMk cId="355654566" sldId="260"/>
            <ac:spMk id="49" creationId="{B1A05FDA-6030-4929-B7F1-99254754D161}"/>
          </ac:spMkLst>
        </pc:spChg>
        <pc:spChg chg="add del">
          <ac:chgData name="Caio Wajsenzon Lopes" userId="ac81c7d3-7841-4567-9220-2ed61e39f239" providerId="ADAL" clId="{2BD6AA42-1855-4AC8-8346-17431FFA7888}" dt="2026-08-21T03:44:33.125" v="96" actId="26606"/>
          <ac:spMkLst>
            <pc:docMk/>
            <pc:sldMk cId="355654566" sldId="260"/>
            <ac:spMk id="51" creationId="{A33F94DC-5C58-431B-886A-3C9AB0C643F5}"/>
          </ac:spMkLst>
        </pc:spChg>
        <pc:spChg chg="add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53" creationId="{35289CFF-D07A-4387-8199-FF9CF09B469B}"/>
          </ac:spMkLst>
        </pc:spChg>
        <pc:spChg chg="add">
          <ac:chgData name="Caio Wajsenzon Lopes" userId="ac81c7d3-7841-4567-9220-2ed61e39f239" providerId="ADAL" clId="{2BD6AA42-1855-4AC8-8346-17431FFA7888}" dt="2026-08-21T03:44:33.137" v="97" actId="26606"/>
          <ac:spMkLst>
            <pc:docMk/>
            <pc:sldMk cId="355654566" sldId="260"/>
            <ac:spMk id="54" creationId="{0F03EBF0-5E6D-4536-A2CA-1614BD7A9251}"/>
          </ac:spMkLst>
        </pc:spChg>
        <pc:picChg chg="mod ord">
          <ac:chgData name="Caio Wajsenzon Lopes" userId="ac81c7d3-7841-4567-9220-2ed61e39f239" providerId="ADAL" clId="{2BD6AA42-1855-4AC8-8346-17431FFA7888}" dt="2026-08-21T11:56:34.073" v="564" actId="1076"/>
          <ac:picMkLst>
            <pc:docMk/>
            <pc:sldMk cId="355654566" sldId="260"/>
            <ac:picMk id="5" creationId="{F427BF77-9C20-CD1E-1DAF-4DA2EAD1B418}"/>
          </ac:picMkLst>
        </pc:picChg>
        <pc:picChg chg="add mod">
          <ac:chgData name="Caio Wajsenzon Lopes" userId="ac81c7d3-7841-4567-9220-2ed61e39f239" providerId="ADAL" clId="{2BD6AA42-1855-4AC8-8346-17431FFA7888}" dt="2026-08-21T11:56:29.887" v="562" actId="1076"/>
          <ac:picMkLst>
            <pc:docMk/>
            <pc:sldMk cId="355654566" sldId="260"/>
            <ac:picMk id="7" creationId="{123C8D41-1631-55A2-2618-20C24CC54C3A}"/>
          </ac:picMkLst>
        </pc:picChg>
        <pc:picChg chg="add mod">
          <ac:chgData name="Caio Wajsenzon Lopes" userId="ac81c7d3-7841-4567-9220-2ed61e39f239" providerId="ADAL" clId="{2BD6AA42-1855-4AC8-8346-17431FFA7888}" dt="2026-08-21T03:50:08.126" v="193" actId="14100"/>
          <ac:picMkLst>
            <pc:docMk/>
            <pc:sldMk cId="355654566" sldId="260"/>
            <ac:picMk id="9" creationId="{37F270FE-3B8F-94C8-2F44-918D7C3348F5}"/>
          </ac:picMkLst>
        </pc:picChg>
        <pc:picChg chg="add mod">
          <ac:chgData name="Caio Wajsenzon Lopes" userId="ac81c7d3-7841-4567-9220-2ed61e39f239" providerId="ADAL" clId="{2BD6AA42-1855-4AC8-8346-17431FFA7888}" dt="2026-08-21T11:56:32.226" v="563" actId="1076"/>
          <ac:picMkLst>
            <pc:docMk/>
            <pc:sldMk cId="355654566" sldId="260"/>
            <ac:picMk id="11" creationId="{0828060C-5809-5EDE-042C-729F8D7638A5}"/>
          </ac:picMkLst>
        </pc:picChg>
        <pc:picChg chg="add del">
          <ac:chgData name="Caio Wajsenzon Lopes" userId="ac81c7d3-7841-4567-9220-2ed61e39f239" providerId="ADAL" clId="{2BD6AA42-1855-4AC8-8346-17431FFA7888}" dt="2026-08-21T03:44:33.137" v="97" actId="26606"/>
          <ac:picMkLst>
            <pc:docMk/>
            <pc:sldMk cId="355654566" sldId="260"/>
            <ac:picMk id="20" creationId="{8CC3468F-5EED-42B0-8507-F30360E1D51E}"/>
          </ac:picMkLst>
        </pc:picChg>
        <pc:picChg chg="add">
          <ac:chgData name="Caio Wajsenzon Lopes" userId="ac81c7d3-7841-4567-9220-2ed61e39f239" providerId="ADAL" clId="{2BD6AA42-1855-4AC8-8346-17431FFA7888}" dt="2026-08-21T03:42:15.894" v="27" actId="26606"/>
          <ac:picMkLst>
            <pc:docMk/>
            <pc:sldMk cId="355654566" sldId="260"/>
            <ac:picMk id="22" creationId="{591711EE-029D-453C-9AE9-E87829F1D3D3}"/>
          </ac:picMkLst>
        </pc:picChg>
      </pc:sldChg>
      <pc:sldChg chg="addSp delSp modSp mod setBg">
        <pc:chgData name="Caio Wajsenzon Lopes" userId="ac81c7d3-7841-4567-9220-2ed61e39f239" providerId="ADAL" clId="{2BD6AA42-1855-4AC8-8346-17431FFA7888}" dt="2026-08-21T12:07:05.026" v="689" actId="1076"/>
        <pc:sldMkLst>
          <pc:docMk/>
          <pc:sldMk cId="200348185" sldId="262"/>
        </pc:sldMkLst>
        <pc:spChg chg="add del">
          <ac:chgData name="Caio Wajsenzon Lopes" userId="ac81c7d3-7841-4567-9220-2ed61e39f239" providerId="ADAL" clId="{2BD6AA42-1855-4AC8-8346-17431FFA7888}" dt="2026-08-21T03:59:36.112" v="197" actId="26606"/>
          <ac:spMkLst>
            <pc:docMk/>
            <pc:sldMk cId="200348185" sldId="262"/>
            <ac:spMk id="2" creationId="{00F3CD51-61FE-8B25-67D7-0CC090D85094}"/>
          </ac:spMkLst>
        </pc:spChg>
        <pc:spChg chg="add del">
          <ac:chgData name="Caio Wajsenzon Lopes" userId="ac81c7d3-7841-4567-9220-2ed61e39f239" providerId="ADAL" clId="{2BD6AA42-1855-4AC8-8346-17431FFA7888}" dt="2026-08-21T03:59:36.112" v="197" actId="26606"/>
          <ac:spMkLst>
            <pc:docMk/>
            <pc:sldMk cId="200348185" sldId="262"/>
            <ac:spMk id="3" creationId="{644CE9F4-2708-E727-2BC6-9E7872E03DCD}"/>
          </ac:spMkLst>
        </pc:spChg>
        <pc:spChg chg="add mod">
          <ac:chgData name="Caio Wajsenzon Lopes" userId="ac81c7d3-7841-4567-9220-2ed61e39f239" providerId="ADAL" clId="{2BD6AA42-1855-4AC8-8346-17431FFA7888}" dt="2026-08-21T12:03:45.791" v="659" actId="20577"/>
          <ac:spMkLst>
            <pc:docMk/>
            <pc:sldMk cId="200348185" sldId="262"/>
            <ac:spMk id="8" creationId="{98A94F93-459D-A714-6FAD-F4F0E485631C}"/>
          </ac:spMkLst>
        </pc:spChg>
        <pc:spChg chg="add mod">
          <ac:chgData name="Caio Wajsenzon Lopes" userId="ac81c7d3-7841-4567-9220-2ed61e39f239" providerId="ADAL" clId="{2BD6AA42-1855-4AC8-8346-17431FFA7888}" dt="2026-08-21T12:07:05.026" v="689" actId="1076"/>
          <ac:spMkLst>
            <pc:docMk/>
            <pc:sldMk cId="200348185" sldId="262"/>
            <ac:spMk id="11" creationId="{50293C16-029F-1A15-DD2B-D4A55D1BF8D6}"/>
          </ac:spMkLst>
        </pc:spChg>
        <pc:spChg chg="add del">
          <ac:chgData name="Caio Wajsenzon Lopes" userId="ac81c7d3-7841-4567-9220-2ed61e39f239" providerId="ADAL" clId="{2BD6AA42-1855-4AC8-8346-17431FFA7888}" dt="2026-08-21T03:59:36.064" v="196" actId="26606"/>
          <ac:spMkLst>
            <pc:docMk/>
            <pc:sldMk cId="200348185" sldId="262"/>
            <ac:spMk id="14" creationId="{DA1DAC79-DDBA-4382-9D43-6E5F685BE5FB}"/>
          </ac:spMkLst>
        </pc:spChg>
        <pc:spChg chg="add del">
          <ac:chgData name="Caio Wajsenzon Lopes" userId="ac81c7d3-7841-4567-9220-2ed61e39f239" providerId="ADAL" clId="{2BD6AA42-1855-4AC8-8346-17431FFA7888}" dt="2026-08-21T03:59:36.064" v="196" actId="26606"/>
          <ac:spMkLst>
            <pc:docMk/>
            <pc:sldMk cId="200348185" sldId="262"/>
            <ac:spMk id="20" creationId="{6AACA73D-178F-4CFC-99E3-9F4FCBBDBA83}"/>
          </ac:spMkLst>
        </pc:spChg>
        <pc:spChg chg="add mod">
          <ac:chgData name="Caio Wajsenzon Lopes" userId="ac81c7d3-7841-4567-9220-2ed61e39f239" providerId="ADAL" clId="{2BD6AA42-1855-4AC8-8346-17431FFA7888}" dt="2026-08-21T11:37:34.481" v="324" actId="1076"/>
          <ac:spMkLst>
            <pc:docMk/>
            <pc:sldMk cId="200348185" sldId="262"/>
            <ac:spMk id="22" creationId="{00F3CD51-61FE-8B25-67D7-0CC090D85094}"/>
          </ac:spMkLst>
        </pc:spChg>
        <pc:spChg chg="add del">
          <ac:chgData name="Caio Wajsenzon Lopes" userId="ac81c7d3-7841-4567-9220-2ed61e39f239" providerId="ADAL" clId="{2BD6AA42-1855-4AC8-8346-17431FFA7888}" dt="2026-08-21T04:01:16.491" v="207" actId="26606"/>
          <ac:spMkLst>
            <pc:docMk/>
            <pc:sldMk cId="200348185" sldId="262"/>
            <ac:spMk id="23" creationId="{A93A089E-0A16-452C-B341-0F769780D262}"/>
          </ac:spMkLst>
        </pc:spChg>
        <pc:spChg chg="add del mod">
          <ac:chgData name="Caio Wajsenzon Lopes" userId="ac81c7d3-7841-4567-9220-2ed61e39f239" providerId="ADAL" clId="{2BD6AA42-1855-4AC8-8346-17431FFA7888}" dt="2026-08-21T04:02:04.404" v="214" actId="478"/>
          <ac:spMkLst>
            <pc:docMk/>
            <pc:sldMk cId="200348185" sldId="262"/>
            <ac:spMk id="24" creationId="{644CE9F4-2708-E727-2BC6-9E7872E03DCD}"/>
          </ac:spMkLst>
        </pc:spChg>
        <pc:spChg chg="add del">
          <ac:chgData name="Caio Wajsenzon Lopes" userId="ac81c7d3-7841-4567-9220-2ed61e39f239" providerId="ADAL" clId="{2BD6AA42-1855-4AC8-8346-17431FFA7888}" dt="2026-08-21T04:01:39.755" v="212" actId="26606"/>
          <ac:spMkLst>
            <pc:docMk/>
            <pc:sldMk cId="200348185" sldId="262"/>
            <ac:spMk id="26" creationId="{7DAA46B9-B7E8-4487-B28E-C63A6EB7AA27}"/>
          </ac:spMkLst>
        </pc:spChg>
        <pc:spChg chg="add del">
          <ac:chgData name="Caio Wajsenzon Lopes" userId="ac81c7d3-7841-4567-9220-2ed61e39f239" providerId="ADAL" clId="{2BD6AA42-1855-4AC8-8346-17431FFA7888}" dt="2026-08-21T04:01:39.755" v="212" actId="26606"/>
          <ac:spMkLst>
            <pc:docMk/>
            <pc:sldMk cId="200348185" sldId="262"/>
            <ac:spMk id="27" creationId="{C866818C-1E5F-475A-B310-3C06B555FB69}"/>
          </ac:spMkLst>
        </pc:spChg>
        <pc:spChg chg="add del">
          <ac:chgData name="Caio Wajsenzon Lopes" userId="ac81c7d3-7841-4567-9220-2ed61e39f239" providerId="ADAL" clId="{2BD6AA42-1855-4AC8-8346-17431FFA7888}" dt="2026-08-21T04:01:39.755" v="212" actId="26606"/>
          <ac:spMkLst>
            <pc:docMk/>
            <pc:sldMk cId="200348185" sldId="262"/>
            <ac:spMk id="28" creationId="{D12AFDE8-E1ED-4A49-B8B3-4953F4B8ACB9}"/>
          </ac:spMkLst>
        </pc:spChg>
        <pc:spChg chg="add del">
          <ac:chgData name="Caio Wajsenzon Lopes" userId="ac81c7d3-7841-4567-9220-2ed61e39f239" providerId="ADAL" clId="{2BD6AA42-1855-4AC8-8346-17431FFA7888}" dt="2026-08-21T04:01:11.666" v="202" actId="26606"/>
          <ac:spMkLst>
            <pc:docMk/>
            <pc:sldMk cId="200348185" sldId="262"/>
            <ac:spMk id="29" creationId="{C8A3C342-1D03-412F-8DD3-BF519E8E0AE9}"/>
          </ac:spMkLst>
        </pc:spChg>
        <pc:spChg chg="add del">
          <ac:chgData name="Caio Wajsenzon Lopes" userId="ac81c7d3-7841-4567-9220-2ed61e39f239" providerId="ADAL" clId="{2BD6AA42-1855-4AC8-8346-17431FFA7888}" dt="2026-08-21T04:01:55.621" v="213" actId="26606"/>
          <ac:spMkLst>
            <pc:docMk/>
            <pc:sldMk cId="200348185" sldId="262"/>
            <ac:spMk id="30" creationId="{B54E2689-26D4-44B0-9175-57BD88CF2849}"/>
          </ac:spMkLst>
        </pc:spChg>
        <pc:spChg chg="add del">
          <ac:chgData name="Caio Wajsenzon Lopes" userId="ac81c7d3-7841-4567-9220-2ed61e39f239" providerId="ADAL" clId="{2BD6AA42-1855-4AC8-8346-17431FFA7888}" dt="2026-08-21T04:01:11.666" v="202" actId="26606"/>
          <ac:spMkLst>
            <pc:docMk/>
            <pc:sldMk cId="200348185" sldId="262"/>
            <ac:spMk id="31" creationId="{81CC9B02-E087-4350-AEBD-2C3CF001AF01}"/>
          </ac:spMkLst>
        </pc:spChg>
        <pc:spChg chg="add">
          <ac:chgData name="Caio Wajsenzon Lopes" userId="ac81c7d3-7841-4567-9220-2ed61e39f239" providerId="ADAL" clId="{2BD6AA42-1855-4AC8-8346-17431FFA7888}" dt="2026-08-21T04:01:55.621" v="213" actId="26606"/>
          <ac:spMkLst>
            <pc:docMk/>
            <pc:sldMk cId="200348185" sldId="262"/>
            <ac:spMk id="32" creationId="{78D66203-18BB-40A2-B632-9356FE169D0C}"/>
          </ac:spMkLst>
        </pc:spChg>
        <pc:spChg chg="add del">
          <ac:chgData name="Caio Wajsenzon Lopes" userId="ac81c7d3-7841-4567-9220-2ed61e39f239" providerId="ADAL" clId="{2BD6AA42-1855-4AC8-8346-17431FFA7888}" dt="2026-08-21T04:01:14.109" v="204" actId="26606"/>
          <ac:spMkLst>
            <pc:docMk/>
            <pc:sldMk cId="200348185" sldId="262"/>
            <ac:spMk id="33" creationId="{7FB12D8C-572F-4417-9FE1-D691A132F69F}"/>
          </ac:spMkLst>
        </pc:spChg>
        <pc:spChg chg="add del">
          <ac:chgData name="Caio Wajsenzon Lopes" userId="ac81c7d3-7841-4567-9220-2ed61e39f239" providerId="ADAL" clId="{2BD6AA42-1855-4AC8-8346-17431FFA7888}" dt="2026-08-21T04:01:14.109" v="204" actId="26606"/>
          <ac:spMkLst>
            <pc:docMk/>
            <pc:sldMk cId="200348185" sldId="262"/>
            <ac:spMk id="34" creationId="{B52D69C2-6C47-427C-AE60-582FE30B22A7}"/>
          </ac:spMkLst>
        </pc:spChg>
        <pc:spChg chg="add del">
          <ac:chgData name="Caio Wajsenzon Lopes" userId="ac81c7d3-7841-4567-9220-2ed61e39f239" providerId="ADAL" clId="{2BD6AA42-1855-4AC8-8346-17431FFA7888}" dt="2026-08-21T04:01:14.109" v="204" actId="26606"/>
          <ac:spMkLst>
            <pc:docMk/>
            <pc:sldMk cId="200348185" sldId="262"/>
            <ac:spMk id="35" creationId="{E849FE61-12C4-4A06-A722-B545DE0C8A24}"/>
          </ac:spMkLst>
        </pc:spChg>
        <pc:picChg chg="add mod ord">
          <ac:chgData name="Caio Wajsenzon Lopes" userId="ac81c7d3-7841-4567-9220-2ed61e39f239" providerId="ADAL" clId="{2BD6AA42-1855-4AC8-8346-17431FFA7888}" dt="2026-08-21T12:02:29.803" v="569" actId="1076"/>
          <ac:picMkLst>
            <pc:docMk/>
            <pc:sldMk cId="200348185" sldId="262"/>
            <ac:picMk id="5" creationId="{63C321BB-9CB0-2DF4-7F05-3AF158566ADA}"/>
          </ac:picMkLst>
        </pc:picChg>
        <pc:picChg chg="add mod ord">
          <ac:chgData name="Caio Wajsenzon Lopes" userId="ac81c7d3-7841-4567-9220-2ed61e39f239" providerId="ADAL" clId="{2BD6AA42-1855-4AC8-8346-17431FFA7888}" dt="2026-08-21T12:02:28.626" v="568" actId="1076"/>
          <ac:picMkLst>
            <pc:docMk/>
            <pc:sldMk cId="200348185" sldId="262"/>
            <ac:picMk id="7" creationId="{38460CB7-1147-621E-1F79-62786AD61668}"/>
          </ac:picMkLst>
        </pc:picChg>
        <pc:picChg chg="add del">
          <ac:chgData name="Caio Wajsenzon Lopes" userId="ac81c7d3-7841-4567-9220-2ed61e39f239" providerId="ADAL" clId="{2BD6AA42-1855-4AC8-8346-17431FFA7888}" dt="2026-08-21T03:59:36.064" v="196" actId="26606"/>
          <ac:picMkLst>
            <pc:docMk/>
            <pc:sldMk cId="200348185" sldId="262"/>
            <ac:picMk id="10" creationId="{5B89E5C5-A037-45B3-9D37-3658914D4799}"/>
          </ac:picMkLst>
        </pc:picChg>
        <pc:picChg chg="add del">
          <ac:chgData name="Caio Wajsenzon Lopes" userId="ac81c7d3-7841-4567-9220-2ed61e39f239" providerId="ADAL" clId="{2BD6AA42-1855-4AC8-8346-17431FFA7888}" dt="2026-08-21T03:59:36.064" v="196" actId="26606"/>
          <ac:picMkLst>
            <pc:docMk/>
            <pc:sldMk cId="200348185" sldId="262"/>
            <ac:picMk id="12" creationId="{5ACB93B0-521E-443D-9750-AFCFDDB3E801}"/>
          </ac:picMkLst>
        </pc:picChg>
        <pc:picChg chg="add del">
          <ac:chgData name="Caio Wajsenzon Lopes" userId="ac81c7d3-7841-4567-9220-2ed61e39f239" providerId="ADAL" clId="{2BD6AA42-1855-4AC8-8346-17431FFA7888}" dt="2026-08-21T03:59:36.064" v="196" actId="26606"/>
          <ac:picMkLst>
            <pc:docMk/>
            <pc:sldMk cId="200348185" sldId="262"/>
            <ac:picMk id="16" creationId="{E0880F10-995F-4F01-A83B-7ECDB7BE7905}"/>
          </ac:picMkLst>
        </pc:picChg>
        <pc:picChg chg="add del">
          <ac:chgData name="Caio Wajsenzon Lopes" userId="ac81c7d3-7841-4567-9220-2ed61e39f239" providerId="ADAL" clId="{2BD6AA42-1855-4AC8-8346-17431FFA7888}" dt="2026-08-21T03:59:36.064" v="196" actId="26606"/>
          <ac:picMkLst>
            <pc:docMk/>
            <pc:sldMk cId="200348185" sldId="262"/>
            <ac:picMk id="18" creationId="{A2D49266-1F08-40F2-B0E1-1D919DCB5780}"/>
          </ac:picMkLst>
        </pc:picChg>
      </pc:sldChg>
      <pc:sldChg chg="modSp mod">
        <pc:chgData name="Caio Wajsenzon Lopes" userId="ac81c7d3-7841-4567-9220-2ed61e39f239" providerId="ADAL" clId="{2BD6AA42-1855-4AC8-8346-17431FFA7888}" dt="2026-08-21T03:39:37.955" v="19" actId="1076"/>
        <pc:sldMkLst>
          <pc:docMk/>
          <pc:sldMk cId="3418734963" sldId="263"/>
        </pc:sldMkLst>
        <pc:spChg chg="mod">
          <ac:chgData name="Caio Wajsenzon Lopes" userId="ac81c7d3-7841-4567-9220-2ed61e39f239" providerId="ADAL" clId="{2BD6AA42-1855-4AC8-8346-17431FFA7888}" dt="2026-08-21T03:39:37.955" v="19" actId="1076"/>
          <ac:spMkLst>
            <pc:docMk/>
            <pc:sldMk cId="3418734963" sldId="263"/>
            <ac:spMk id="2" creationId="{3C69B191-5B47-B036-B944-DBA2E8E4D604}"/>
          </ac:spMkLst>
        </pc:spChg>
      </pc:sldChg>
      <pc:sldChg chg="addSp delSp modSp new mod setBg setClrOvrMap">
        <pc:chgData name="Caio Wajsenzon Lopes" userId="ac81c7d3-7841-4567-9220-2ed61e39f239" providerId="ADAL" clId="{2BD6AA42-1855-4AC8-8346-17431FFA7888}" dt="2026-08-21T12:33:45.746" v="739" actId="1076"/>
        <pc:sldMkLst>
          <pc:docMk/>
          <pc:sldMk cId="44244392" sldId="264"/>
        </pc:sldMkLst>
        <pc:spChg chg="mod ord">
          <ac:chgData name="Caio Wajsenzon Lopes" userId="ac81c7d3-7841-4567-9220-2ed61e39f239" providerId="ADAL" clId="{2BD6AA42-1855-4AC8-8346-17431FFA7888}" dt="2026-08-21T12:33:45.746" v="739" actId="1076"/>
          <ac:spMkLst>
            <pc:docMk/>
            <pc:sldMk cId="44244392" sldId="264"/>
            <ac:spMk id="2" creationId="{57A15666-B53B-4CFB-6AE6-76F43C108BE7}"/>
          </ac:spMkLst>
        </pc:spChg>
        <pc:spChg chg="del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3" creationId="{31ADE826-30D4-7DE9-4508-362A07916A1F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14" creationId="{4AC0CD9D-7610-4620-93B4-798CCD9AB581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20" creationId="{DE4D62F9-188E-4530-84C2-24BDEE4BEB82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22" creationId="{757B325C-3E35-45CF-9D07-3BCB281F3B9C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24" creationId="{C24BEC42-AFF3-40D1-93A2-A27A42E1E23C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26" creationId="{608F427C-1EC9-4280-9367-F2B3AA063E82}"/>
          </ac:spMkLst>
        </pc:spChg>
        <pc:spChg chg="add">
          <ac:chgData name="Caio Wajsenzon Lopes" userId="ac81c7d3-7841-4567-9220-2ed61e39f239" providerId="ADAL" clId="{2BD6AA42-1855-4AC8-8346-17431FFA7888}" dt="2026-08-21T12:31:51.748" v="710" actId="26606"/>
          <ac:spMkLst>
            <pc:docMk/>
            <pc:sldMk cId="44244392" sldId="264"/>
            <ac:spMk id="28" creationId="{F98810A7-E114-447A-A7D6-69B27CFB5650}"/>
          </ac:spMkLst>
        </pc:spChg>
        <pc:picChg chg="add mod">
          <ac:chgData name="Caio Wajsenzon Lopes" userId="ac81c7d3-7841-4567-9220-2ed61e39f239" providerId="ADAL" clId="{2BD6AA42-1855-4AC8-8346-17431FFA7888}" dt="2026-08-21T12:33:35.961" v="734" actId="14100"/>
          <ac:picMkLst>
            <pc:docMk/>
            <pc:sldMk cId="44244392" sldId="264"/>
            <ac:picMk id="5" creationId="{B0E0D787-AE1B-4A56-7AA5-CF4C6C03B96A}"/>
          </ac:picMkLst>
        </pc:picChg>
        <pc:picChg chg="add">
          <ac:chgData name="Caio Wajsenzon Lopes" userId="ac81c7d3-7841-4567-9220-2ed61e39f239" providerId="ADAL" clId="{2BD6AA42-1855-4AC8-8346-17431FFA7888}" dt="2026-08-21T12:31:51.748" v="710" actId="26606"/>
          <ac:picMkLst>
            <pc:docMk/>
            <pc:sldMk cId="44244392" sldId="264"/>
            <ac:picMk id="12" creationId="{7C268552-D473-46ED-B1B8-422042C4DEF1}"/>
          </ac:picMkLst>
        </pc:picChg>
      </pc:sldChg>
      <pc:sldChg chg="addSp delSp modSp new mod setBg">
        <pc:chgData name="Caio Wajsenzon Lopes" userId="ac81c7d3-7841-4567-9220-2ed61e39f239" providerId="ADAL" clId="{2BD6AA42-1855-4AC8-8346-17431FFA7888}" dt="2026-08-21T04:02:44.242" v="234" actId="26606"/>
        <pc:sldMkLst>
          <pc:docMk/>
          <pc:sldMk cId="1782027925" sldId="265"/>
        </pc:sldMkLst>
        <pc:spChg chg="mod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2" creationId="{1D5FF820-7469-2819-AB04-663E0271DFB9}"/>
          </ac:spMkLst>
        </pc:spChg>
        <pc:spChg chg="add del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3" creationId="{E38706FF-31EC-8B8B-3865-4B4004678F81}"/>
          </ac:spMkLst>
        </pc:spChg>
        <pc:spChg chg="add del">
          <ac:chgData name="Caio Wajsenzon Lopes" userId="ac81c7d3-7841-4567-9220-2ed61e39f239" providerId="ADAL" clId="{2BD6AA42-1855-4AC8-8346-17431FFA7888}" dt="2026-08-21T04:02:40.784" v="231" actId="26606"/>
          <ac:spMkLst>
            <pc:docMk/>
            <pc:sldMk cId="1782027925" sldId="265"/>
            <ac:spMk id="12" creationId="{4FA533C5-33E3-4611-AF9F-72811D8B26A6}"/>
          </ac:spMkLst>
        </pc:spChg>
        <pc:spChg chg="add del">
          <ac:chgData name="Caio Wajsenzon Lopes" userId="ac81c7d3-7841-4567-9220-2ed61e39f239" providerId="ADAL" clId="{2BD6AA42-1855-4AC8-8346-17431FFA7888}" dt="2026-08-21T04:02:40.784" v="231" actId="26606"/>
          <ac:spMkLst>
            <pc:docMk/>
            <pc:sldMk cId="1782027925" sldId="265"/>
            <ac:spMk id="18" creationId="{87F0FDC4-AD8C-47D9-9131-623C98ADB0AE}"/>
          </ac:spMkLst>
        </pc:spChg>
        <pc:spChg chg="add del">
          <ac:chgData name="Caio Wajsenzon Lopes" userId="ac81c7d3-7841-4567-9220-2ed61e39f239" providerId="ADAL" clId="{2BD6AA42-1855-4AC8-8346-17431FFA7888}" dt="2026-08-21T04:02:40.784" v="231" actId="26606"/>
          <ac:spMkLst>
            <pc:docMk/>
            <pc:sldMk cId="1782027925" sldId="265"/>
            <ac:spMk id="20" creationId="{E6A222EB-A81E-4238-B08D-AAB1828C8E0B}"/>
          </ac:spMkLst>
        </pc:spChg>
        <pc:spChg chg="add del">
          <ac:chgData name="Caio Wajsenzon Lopes" userId="ac81c7d3-7841-4567-9220-2ed61e39f239" providerId="ADAL" clId="{2BD6AA42-1855-4AC8-8346-17431FFA7888}" dt="2026-08-21T04:02:40.784" v="231" actId="26606"/>
          <ac:spMkLst>
            <pc:docMk/>
            <pc:sldMk cId="1782027925" sldId="265"/>
            <ac:spMk id="22" creationId="{E014676C-074B-475A-8346-9C901C86CB97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26" creationId="{6C74A888-48BE-4604-BB14-E6C5E9D0F2FB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29" creationId="{4FA533C5-33E3-4611-AF9F-72811D8B26A6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32" creationId="{87F0FDC4-AD8C-47D9-9131-623C98ADB0AE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33" creationId="{E34FA10D-5116-47B4-A70E-776435251326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34" creationId="{B2718AAE-52B9-4DD9-9D83-A9C975C9DC2D}"/>
          </ac:spMkLst>
        </pc:spChg>
        <pc:spChg chg="add del">
          <ac:chgData name="Caio Wajsenzon Lopes" userId="ac81c7d3-7841-4567-9220-2ed61e39f239" providerId="ADAL" clId="{2BD6AA42-1855-4AC8-8346-17431FFA7888}" dt="2026-08-21T04:02:44.130" v="233" actId="26606"/>
          <ac:spMkLst>
            <pc:docMk/>
            <pc:sldMk cId="1782027925" sldId="265"/>
            <ac:spMk id="35" creationId="{49FF39B1-9689-44AE-A803-7B90A059DC56}"/>
          </ac:spMkLst>
        </pc:spChg>
        <pc:spChg chg="add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39" creationId="{4FA533C5-33E3-4611-AF9F-72811D8B26A6}"/>
          </ac:spMkLst>
        </pc:spChg>
        <pc:spChg chg="add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42" creationId="{87F0FDC4-AD8C-47D9-9131-623C98ADB0AE}"/>
          </ac:spMkLst>
        </pc:spChg>
        <pc:spChg chg="add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43" creationId="{E6A222EB-A81E-4238-B08D-AAB1828C8E0B}"/>
          </ac:spMkLst>
        </pc:spChg>
        <pc:spChg chg="add">
          <ac:chgData name="Caio Wajsenzon Lopes" userId="ac81c7d3-7841-4567-9220-2ed61e39f239" providerId="ADAL" clId="{2BD6AA42-1855-4AC8-8346-17431FFA7888}" dt="2026-08-21T04:02:44.242" v="234" actId="26606"/>
          <ac:spMkLst>
            <pc:docMk/>
            <pc:sldMk cId="1782027925" sldId="265"/>
            <ac:spMk id="44" creationId="{E014676C-074B-475A-8346-9C901C86CB97}"/>
          </ac:spMkLst>
        </pc:spChg>
        <pc:picChg chg="add del">
          <ac:chgData name="Caio Wajsenzon Lopes" userId="ac81c7d3-7841-4567-9220-2ed61e39f239" providerId="ADAL" clId="{2BD6AA42-1855-4AC8-8346-17431FFA7888}" dt="2026-08-21T04:02:40.784" v="231" actId="26606"/>
          <ac:picMkLst>
            <pc:docMk/>
            <pc:sldMk cId="1782027925" sldId="265"/>
            <ac:picMk id="8" creationId="{91B28F63-CF00-448F-B141-FE33C33B1891}"/>
          </ac:picMkLst>
        </pc:picChg>
        <pc:picChg chg="add del">
          <ac:chgData name="Caio Wajsenzon Lopes" userId="ac81c7d3-7841-4567-9220-2ed61e39f239" providerId="ADAL" clId="{2BD6AA42-1855-4AC8-8346-17431FFA7888}" dt="2026-08-21T04:02:40.784" v="231" actId="26606"/>
          <ac:picMkLst>
            <pc:docMk/>
            <pc:sldMk cId="1782027925" sldId="265"/>
            <ac:picMk id="10" creationId="{2AE609E2-8522-44E4-9077-980E5BCF3E14}"/>
          </ac:picMkLst>
        </pc:picChg>
        <pc:picChg chg="add del">
          <ac:chgData name="Caio Wajsenzon Lopes" userId="ac81c7d3-7841-4567-9220-2ed61e39f239" providerId="ADAL" clId="{2BD6AA42-1855-4AC8-8346-17431FFA7888}" dt="2026-08-21T04:02:40.784" v="231" actId="26606"/>
          <ac:picMkLst>
            <pc:docMk/>
            <pc:sldMk cId="1782027925" sldId="265"/>
            <ac:picMk id="14" creationId="{8949AD42-25FD-4C3D-9EEE-B7FEC5809988}"/>
          </ac:picMkLst>
        </pc:picChg>
        <pc:picChg chg="add del">
          <ac:chgData name="Caio Wajsenzon Lopes" userId="ac81c7d3-7841-4567-9220-2ed61e39f239" providerId="ADAL" clId="{2BD6AA42-1855-4AC8-8346-17431FFA7888}" dt="2026-08-21T04:02:40.784" v="231" actId="26606"/>
          <ac:picMkLst>
            <pc:docMk/>
            <pc:sldMk cId="1782027925" sldId="265"/>
            <ac:picMk id="16" creationId="{6AC7D913-60B7-4603-881B-831DA5D3A940}"/>
          </ac:picMkLst>
        </pc:picChg>
        <pc:picChg chg="add del">
          <ac:chgData name="Caio Wajsenzon Lopes" userId="ac81c7d3-7841-4567-9220-2ed61e39f239" providerId="ADAL" clId="{2BD6AA42-1855-4AC8-8346-17431FFA7888}" dt="2026-08-21T04:02:44.130" v="233" actId="26606"/>
          <ac:picMkLst>
            <pc:docMk/>
            <pc:sldMk cId="1782027925" sldId="265"/>
            <ac:picMk id="27" creationId="{91B28F63-CF00-448F-B141-FE33C33B1891}"/>
          </ac:picMkLst>
        </pc:picChg>
        <pc:picChg chg="add del">
          <ac:chgData name="Caio Wajsenzon Lopes" userId="ac81c7d3-7841-4567-9220-2ed61e39f239" providerId="ADAL" clId="{2BD6AA42-1855-4AC8-8346-17431FFA7888}" dt="2026-08-21T04:02:44.130" v="233" actId="26606"/>
          <ac:picMkLst>
            <pc:docMk/>
            <pc:sldMk cId="1782027925" sldId="265"/>
            <ac:picMk id="28" creationId="{2AE609E2-8522-44E4-9077-980E5BCF3E14}"/>
          </ac:picMkLst>
        </pc:picChg>
        <pc:picChg chg="add">
          <ac:chgData name="Caio Wajsenzon Lopes" userId="ac81c7d3-7841-4567-9220-2ed61e39f239" providerId="ADAL" clId="{2BD6AA42-1855-4AC8-8346-17431FFA7888}" dt="2026-08-21T04:02:44.242" v="234" actId="26606"/>
          <ac:picMkLst>
            <pc:docMk/>
            <pc:sldMk cId="1782027925" sldId="265"/>
            <ac:picMk id="37" creationId="{91B28F63-CF00-448F-B141-FE33C33B1891}"/>
          </ac:picMkLst>
        </pc:picChg>
        <pc:picChg chg="add">
          <ac:chgData name="Caio Wajsenzon Lopes" userId="ac81c7d3-7841-4567-9220-2ed61e39f239" providerId="ADAL" clId="{2BD6AA42-1855-4AC8-8346-17431FFA7888}" dt="2026-08-21T04:02:44.242" v="234" actId="26606"/>
          <ac:picMkLst>
            <pc:docMk/>
            <pc:sldMk cId="1782027925" sldId="265"/>
            <ac:picMk id="38" creationId="{2AE609E2-8522-44E4-9077-980E5BCF3E14}"/>
          </ac:picMkLst>
        </pc:picChg>
        <pc:picChg chg="add">
          <ac:chgData name="Caio Wajsenzon Lopes" userId="ac81c7d3-7841-4567-9220-2ed61e39f239" providerId="ADAL" clId="{2BD6AA42-1855-4AC8-8346-17431FFA7888}" dt="2026-08-21T04:02:44.242" v="234" actId="26606"/>
          <ac:picMkLst>
            <pc:docMk/>
            <pc:sldMk cId="1782027925" sldId="265"/>
            <ac:picMk id="40" creationId="{8949AD42-25FD-4C3D-9EEE-B7FEC5809988}"/>
          </ac:picMkLst>
        </pc:picChg>
        <pc:picChg chg="add">
          <ac:chgData name="Caio Wajsenzon Lopes" userId="ac81c7d3-7841-4567-9220-2ed61e39f239" providerId="ADAL" clId="{2BD6AA42-1855-4AC8-8346-17431FFA7888}" dt="2026-08-21T04:02:44.242" v="234" actId="26606"/>
          <ac:picMkLst>
            <pc:docMk/>
            <pc:sldMk cId="1782027925" sldId="265"/>
            <ac:picMk id="41" creationId="{6AC7D913-60B7-4603-881B-831DA5D3A940}"/>
          </ac:picMkLst>
        </pc:picChg>
      </pc:sldChg>
      <pc:sldChg chg="addSp modSp add mod">
        <pc:chgData name="Caio Wajsenzon Lopes" userId="ac81c7d3-7841-4567-9220-2ed61e39f239" providerId="ADAL" clId="{2BD6AA42-1855-4AC8-8346-17431FFA7888}" dt="2026-08-21T13:17:59.581" v="1560" actId="20577"/>
        <pc:sldMkLst>
          <pc:docMk/>
          <pc:sldMk cId="62562695" sldId="266"/>
        </pc:sldMkLst>
        <pc:spChg chg="mod">
          <ac:chgData name="Caio Wajsenzon Lopes" userId="ac81c7d3-7841-4567-9220-2ed61e39f239" providerId="ADAL" clId="{2BD6AA42-1855-4AC8-8346-17431FFA7888}" dt="2026-08-21T12:39:46.006" v="761" actId="20577"/>
          <ac:spMkLst>
            <pc:docMk/>
            <pc:sldMk cId="62562695" sldId="266"/>
            <ac:spMk id="2" creationId="{61E09B90-7548-E91B-AE5D-696D82F8A78E}"/>
          </ac:spMkLst>
        </pc:spChg>
        <pc:spChg chg="mod">
          <ac:chgData name="Caio Wajsenzon Lopes" userId="ac81c7d3-7841-4567-9220-2ed61e39f239" providerId="ADAL" clId="{2BD6AA42-1855-4AC8-8346-17431FFA7888}" dt="2026-08-21T13:17:21.527" v="1453" actId="20577"/>
          <ac:spMkLst>
            <pc:docMk/>
            <pc:sldMk cId="62562695" sldId="266"/>
            <ac:spMk id="3" creationId="{8E5811F1-F3E0-B90F-F787-3B4BB7CC9072}"/>
          </ac:spMkLst>
        </pc:spChg>
        <pc:spChg chg="add mod">
          <ac:chgData name="Caio Wajsenzon Lopes" userId="ac81c7d3-7841-4567-9220-2ed61e39f239" providerId="ADAL" clId="{2BD6AA42-1855-4AC8-8346-17431FFA7888}" dt="2026-08-21T12:45:51.176" v="1110" actId="1076"/>
          <ac:spMkLst>
            <pc:docMk/>
            <pc:sldMk cId="62562695" sldId="266"/>
            <ac:spMk id="4" creationId="{A6C9A062-AF36-EBFD-D62C-7182A15910AD}"/>
          </ac:spMkLst>
        </pc:spChg>
        <pc:spChg chg="add mod">
          <ac:chgData name="Caio Wajsenzon Lopes" userId="ac81c7d3-7841-4567-9220-2ed61e39f239" providerId="ADAL" clId="{2BD6AA42-1855-4AC8-8346-17431FFA7888}" dt="2026-08-21T13:17:59.581" v="1560" actId="20577"/>
          <ac:spMkLst>
            <pc:docMk/>
            <pc:sldMk cId="62562695" sldId="266"/>
            <ac:spMk id="5" creationId="{9E07D93E-44C9-1C3E-6950-75110567B639}"/>
          </ac:spMkLst>
        </pc:spChg>
      </pc:sldChg>
      <pc:sldChg chg="addSp delSp modSp add mod ord setBg">
        <pc:chgData name="Caio Wajsenzon Lopes" userId="ac81c7d3-7841-4567-9220-2ed61e39f239" providerId="ADAL" clId="{2BD6AA42-1855-4AC8-8346-17431FFA7888}" dt="2026-08-21T04:04:19" v="277" actId="14100"/>
        <pc:sldMkLst>
          <pc:docMk/>
          <pc:sldMk cId="3454078583" sldId="267"/>
        </pc:sldMkLst>
        <pc:spChg chg="add del mod">
          <ac:chgData name="Caio Wajsenzon Lopes" userId="ac81c7d3-7841-4567-9220-2ed61e39f239" providerId="ADAL" clId="{2BD6AA42-1855-4AC8-8346-17431FFA7888}" dt="2026-08-21T04:04:19" v="277" actId="14100"/>
          <ac:spMkLst>
            <pc:docMk/>
            <pc:sldMk cId="3454078583" sldId="267"/>
            <ac:spMk id="2" creationId="{D320D62A-D97D-EFE6-1ADC-99A68FE83568}"/>
          </ac:spMkLst>
        </pc:spChg>
        <pc:spChg chg="add del mod">
          <ac:chgData name="Caio Wajsenzon Lopes" userId="ac81c7d3-7841-4567-9220-2ed61e39f239" providerId="ADAL" clId="{2BD6AA42-1855-4AC8-8346-17431FFA7888}" dt="2026-08-21T04:04:08.491" v="273" actId="1076"/>
          <ac:spMkLst>
            <pc:docMk/>
            <pc:sldMk cId="3454078583" sldId="267"/>
            <ac:spMk id="3" creationId="{744BE87B-F932-88AE-303B-F88A8B4ED711}"/>
          </ac:spMkLst>
        </pc:spChg>
        <pc:spChg chg="add del">
          <ac:chgData name="Caio Wajsenzon Lopes" userId="ac81c7d3-7841-4567-9220-2ed61e39f239" providerId="ADAL" clId="{2BD6AA42-1855-4AC8-8346-17431FFA7888}" dt="2026-08-21T04:03:30.831" v="242" actId="26606"/>
          <ac:spMkLst>
            <pc:docMk/>
            <pc:sldMk cId="3454078583" sldId="267"/>
            <ac:spMk id="14" creationId="{AEBE9F1A-B38D-446E-83AE-14B17CE77FF2}"/>
          </ac:spMkLst>
        </pc:spChg>
        <pc:spChg chg="add del">
          <ac:chgData name="Caio Wajsenzon Lopes" userId="ac81c7d3-7841-4567-9220-2ed61e39f239" providerId="ADAL" clId="{2BD6AA42-1855-4AC8-8346-17431FFA7888}" dt="2026-08-21T04:03:30.831" v="242" actId="26606"/>
          <ac:spMkLst>
            <pc:docMk/>
            <pc:sldMk cId="3454078583" sldId="267"/>
            <ac:spMk id="20" creationId="{5E3EB826-A471-488F-9E8A-D65528A3C0CA}"/>
          </ac:spMkLst>
        </pc:spChg>
        <pc:spChg chg="add del">
          <ac:chgData name="Caio Wajsenzon Lopes" userId="ac81c7d3-7841-4567-9220-2ed61e39f239" providerId="ADAL" clId="{2BD6AA42-1855-4AC8-8346-17431FFA7888}" dt="2026-08-21T04:03:30.831" v="242" actId="26606"/>
          <ac:spMkLst>
            <pc:docMk/>
            <pc:sldMk cId="3454078583" sldId="267"/>
            <ac:spMk id="22" creationId="{DFB3CEA1-88D9-42FB-88ED-1E9807FE6596}"/>
          </ac:spMkLst>
        </pc:spChg>
        <pc:spChg chg="add del">
          <ac:chgData name="Caio Wajsenzon Lopes" userId="ac81c7d3-7841-4567-9220-2ed61e39f239" providerId="ADAL" clId="{2BD6AA42-1855-4AC8-8346-17431FFA7888}" dt="2026-08-21T04:03:30.831" v="242" actId="26606"/>
          <ac:spMkLst>
            <pc:docMk/>
            <pc:sldMk cId="3454078583" sldId="267"/>
            <ac:spMk id="24" creationId="{9A6C928E-4252-4F33-8C34-E50A12A3170B}"/>
          </ac:spMkLst>
        </pc:spChg>
        <pc:picChg chg="add mod">
          <ac:chgData name="Caio Wajsenzon Lopes" userId="ac81c7d3-7841-4567-9220-2ed61e39f239" providerId="ADAL" clId="{2BD6AA42-1855-4AC8-8346-17431FFA7888}" dt="2026-08-21T04:04:01.984" v="271" actId="1076"/>
          <ac:picMkLst>
            <pc:docMk/>
            <pc:sldMk cId="3454078583" sldId="267"/>
            <ac:picMk id="5" creationId="{13C583CE-100A-E455-EB83-C33373E12609}"/>
          </ac:picMkLst>
        </pc:picChg>
        <pc:picChg chg="add del">
          <ac:chgData name="Caio Wajsenzon Lopes" userId="ac81c7d3-7841-4567-9220-2ed61e39f239" providerId="ADAL" clId="{2BD6AA42-1855-4AC8-8346-17431FFA7888}" dt="2026-08-21T04:03:30.831" v="242" actId="26606"/>
          <ac:picMkLst>
            <pc:docMk/>
            <pc:sldMk cId="3454078583" sldId="267"/>
            <ac:picMk id="10" creationId="{C9ECDD5C-152A-4CC7-8333-0F367B3A62EA}"/>
          </ac:picMkLst>
        </pc:picChg>
        <pc:picChg chg="add del">
          <ac:chgData name="Caio Wajsenzon Lopes" userId="ac81c7d3-7841-4567-9220-2ed61e39f239" providerId="ADAL" clId="{2BD6AA42-1855-4AC8-8346-17431FFA7888}" dt="2026-08-21T04:03:30.831" v="242" actId="26606"/>
          <ac:picMkLst>
            <pc:docMk/>
            <pc:sldMk cId="3454078583" sldId="267"/>
            <ac:picMk id="12" creationId="{7F5C92A3-369B-43F3-BDCE-E560B1B0EC89}"/>
          </ac:picMkLst>
        </pc:picChg>
        <pc:picChg chg="add del">
          <ac:chgData name="Caio Wajsenzon Lopes" userId="ac81c7d3-7841-4567-9220-2ed61e39f239" providerId="ADAL" clId="{2BD6AA42-1855-4AC8-8346-17431FFA7888}" dt="2026-08-21T04:03:30.831" v="242" actId="26606"/>
          <ac:picMkLst>
            <pc:docMk/>
            <pc:sldMk cId="3454078583" sldId="267"/>
            <ac:picMk id="16" creationId="{915B5014-A7EC-4BA6-9C83-8840CF81DB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41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98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013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42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95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70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23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43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398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62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331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8560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84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636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490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810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61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BBB5C22-A676-44C4-ABC6-15BFB380935F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9160-3336-4CC9-BD12-8814394B1F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8618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112F1-8BA3-F643-0D60-EEC3F48BE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6250"/>
            <a:ext cx="10947944" cy="1381435"/>
          </a:xfrm>
        </p:spPr>
        <p:txBody>
          <a:bodyPr/>
          <a:lstStyle/>
          <a:p>
            <a:r>
              <a:rPr lang="pt-BR" dirty="0"/>
              <a:t>Trabalho final do Curso: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D8A6EB-ADDA-3CE6-863A-FAF43F93B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830" y="4341280"/>
            <a:ext cx="11490869" cy="1901212"/>
          </a:xfrm>
        </p:spPr>
        <p:txBody>
          <a:bodyPr>
            <a:normAutofit/>
          </a:bodyPr>
          <a:lstStyle/>
          <a:p>
            <a:r>
              <a:rPr lang="pt-BR" sz="2800" dirty="0"/>
              <a:t>Aluno: Caio W. Lopes</a:t>
            </a:r>
          </a:p>
          <a:p>
            <a:r>
              <a:rPr lang="pt-BR" sz="2800" dirty="0"/>
              <a:t>Professor: Michel Pompeu Tcheou</a:t>
            </a:r>
          </a:p>
          <a:p>
            <a:r>
              <a:rPr lang="pt-BR" sz="2800" dirty="0"/>
              <a:t>Disciplina: Processamento adaptativo de sinais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B0E9E6E-39D5-064A-2419-C080D0714F2E}"/>
              </a:ext>
            </a:extLst>
          </p:cNvPr>
          <p:cNvSpPr txBox="1">
            <a:spLocks/>
          </p:cNvSpPr>
          <p:nvPr/>
        </p:nvSpPr>
        <p:spPr>
          <a:xfrm>
            <a:off x="205831" y="1857685"/>
            <a:ext cx="10424069" cy="11897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dirty="0"/>
              <a:t>Filtro cego via </a:t>
            </a:r>
            <a:r>
              <a:rPr lang="pt-BR" sz="4400" dirty="0" err="1"/>
              <a:t>Kurtosis</a:t>
            </a:r>
            <a:r>
              <a:rPr lang="pt-BR" sz="4400" dirty="0"/>
              <a:t> Máxima</a:t>
            </a:r>
          </a:p>
        </p:txBody>
      </p:sp>
    </p:spTree>
    <p:extLst>
      <p:ext uri="{BB962C8B-B14F-4D97-AF65-F5344CB8AC3E}">
        <p14:creationId xmlns:p14="http://schemas.microsoft.com/office/powerpoint/2010/main" val="152829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74D177-A985-E768-E467-E8A32395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Contexto</a:t>
            </a:r>
            <a:endParaRPr lang="en-US" sz="5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44957C9-32D6-1458-1FC7-5562B635A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43854" y="1022401"/>
            <a:ext cx="6270662" cy="48127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2434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709CA-05A3-623F-6D25-0A613520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0581EE-A607-5001-E315-A8241387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41" y="1974448"/>
            <a:ext cx="3922569" cy="1759351"/>
          </a:xfrm>
        </p:spPr>
        <p:txBody>
          <a:bodyPr anchor="b">
            <a:normAutofit/>
          </a:bodyPr>
          <a:lstStyle/>
          <a:p>
            <a:r>
              <a:rPr lang="pt-BR" sz="5400" dirty="0">
                <a:solidFill>
                  <a:srgbClr val="EBEBEB"/>
                </a:solidFill>
              </a:rPr>
              <a:t>Contexto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3702F0F-DE22-8BF8-8EFE-BE33C579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1" y="1695727"/>
            <a:ext cx="6495847" cy="407614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31031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89EC2-DF4D-DC69-D057-E062BB80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0D4FD6F-4471-188C-0BFF-60205ACAD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027731" y="186299"/>
            <a:ext cx="9354618" cy="4069258"/>
          </a:xfrm>
          <a:prstGeom prst="rect">
            <a:avLst/>
          </a:prstGeom>
          <a:effectLst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69B191-5B47-B036-B944-DBA2E8E4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2" y="4766842"/>
            <a:ext cx="9149350" cy="16541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Aplicação do Filtro Cego de </a:t>
            </a:r>
            <a:r>
              <a:rPr lang="pt-BR" sz="4800" dirty="0" err="1">
                <a:solidFill>
                  <a:schemeClr val="bg1"/>
                </a:solidFill>
              </a:rPr>
              <a:t>Kurtosis</a:t>
            </a:r>
            <a:endParaRPr lang="en-US" sz="48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873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9CF6A-6F8C-AE61-9563-E8A3CCE4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F88BE-0641-AF72-C22B-92E2BCA8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pt-BR" sz="3900" dirty="0"/>
              <a:t>Filtro Cego via </a:t>
            </a:r>
            <a:r>
              <a:rPr lang="pt-BR" sz="3900" dirty="0" err="1"/>
              <a:t>Kurtosis</a:t>
            </a:r>
            <a:r>
              <a:rPr lang="pt-BR" sz="3900" dirty="0"/>
              <a:t> Máxima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9681AB-65CF-47E9-9FA3-7B05D6349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8FCA736E-BDE3-4D4D-8D87-E9AE7925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F2A837F-4EA3-3916-1DFF-0D51D0651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846" y="359875"/>
            <a:ext cx="2990802" cy="1586215"/>
          </a:xfrm>
          <a:prstGeom prst="rect">
            <a:avLst/>
          </a:prstGeom>
          <a:effectLst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29AA25D-1E7A-4074-BF68-D55A83B81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C6E1F05-AF52-929D-CD5F-D403D49F6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Kurtosis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não-Gaussianidade</a:t>
            </a:r>
            <a:r>
              <a:rPr lang="en-US" dirty="0"/>
              <a:t>. É a </a:t>
            </a:r>
            <a:r>
              <a:rPr lang="en-US" dirty="0" err="1"/>
              <a:t>normalização</a:t>
            </a:r>
            <a:r>
              <a:rPr lang="en-US" dirty="0"/>
              <a:t> do quarto </a:t>
            </a:r>
            <a:r>
              <a:rPr lang="en-US" dirty="0" err="1"/>
              <a:t>momento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 o </a:t>
            </a:r>
            <a:r>
              <a:rPr lang="en-US" dirty="0" err="1"/>
              <a:t>sinal</a:t>
            </a:r>
            <a:r>
              <a:rPr lang="en-US" dirty="0"/>
              <a:t> x for </a:t>
            </a:r>
            <a:r>
              <a:rPr lang="en-US" dirty="0" err="1"/>
              <a:t>Gaussiano</a:t>
            </a:r>
            <a:r>
              <a:rPr lang="en-US" dirty="0"/>
              <a:t>, k=0 e a </a:t>
            </a:r>
            <a:r>
              <a:rPr lang="en-US" dirty="0" err="1"/>
              <a:t>distribuição</a:t>
            </a:r>
            <a:r>
              <a:rPr lang="en-US" dirty="0"/>
              <a:t> é </a:t>
            </a:r>
            <a:r>
              <a:rPr lang="en-US" dirty="0" err="1"/>
              <a:t>chamada</a:t>
            </a:r>
            <a:r>
              <a:rPr lang="en-US" dirty="0"/>
              <a:t> de mesokurtic</a:t>
            </a:r>
          </a:p>
          <a:p>
            <a:endParaRPr lang="en-US" dirty="0"/>
          </a:p>
          <a:p>
            <a:r>
              <a:rPr lang="en-US" dirty="0"/>
              <a:t>Se k&gt;0, a </a:t>
            </a:r>
            <a:r>
              <a:rPr lang="en-US" dirty="0" err="1"/>
              <a:t>distribuição</a:t>
            </a:r>
            <a:r>
              <a:rPr lang="en-US" dirty="0"/>
              <a:t> é </a:t>
            </a:r>
            <a:r>
              <a:rPr lang="en-US" dirty="0" err="1"/>
              <a:t>chamda</a:t>
            </a:r>
            <a:r>
              <a:rPr lang="en-US" dirty="0"/>
              <a:t> de </a:t>
            </a:r>
            <a:r>
              <a:rPr lang="pt-BR" dirty="0" err="1"/>
              <a:t>leptokurtic</a:t>
            </a:r>
            <a:endParaRPr lang="pt-BR" dirty="0"/>
          </a:p>
          <a:p>
            <a:endParaRPr lang="pt-BR" dirty="0"/>
          </a:p>
          <a:p>
            <a:r>
              <a:rPr lang="pt-BR" dirty="0"/>
              <a:t>Se k&lt;0, é chamado de </a:t>
            </a:r>
            <a:r>
              <a:rPr lang="pt-BR" dirty="0" err="1"/>
              <a:t>platykurtic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D40DEB-BCB3-E64F-288A-5C75CC589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492" y="2305966"/>
            <a:ext cx="6534828" cy="38228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0524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2C8F3-413A-FE19-D835-B27C9EC9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36">
            <a:extLst>
              <a:ext uri="{FF2B5EF4-FFF2-40B4-BE49-F238E27FC236}">
                <a16:creationId xmlns:a16="http://schemas.microsoft.com/office/drawing/2014/main" id="{35289CFF-D07A-4387-8199-FF9CF09B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Freeform 7">
            <a:extLst>
              <a:ext uri="{FF2B5EF4-FFF2-40B4-BE49-F238E27FC236}">
                <a16:creationId xmlns:a16="http://schemas.microsoft.com/office/drawing/2014/main" id="{0F03EBF0-5E6D-4536-A2CA-1614BD7A9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BCDB6E-791D-B85B-1DD8-99B17C0A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 err="1"/>
              <a:t>Processo</a:t>
            </a:r>
            <a:r>
              <a:rPr lang="en-US" sz="3900"/>
              <a:t> de </a:t>
            </a:r>
            <a:r>
              <a:rPr lang="en-US" sz="3900" err="1"/>
              <a:t>atualização</a:t>
            </a:r>
            <a:r>
              <a:rPr lang="en-US" sz="3900"/>
              <a:t> e </a:t>
            </a:r>
            <a:r>
              <a:rPr lang="en-US" sz="3900" err="1"/>
              <a:t>recuperação</a:t>
            </a:r>
            <a:r>
              <a:rPr lang="en-US" sz="3900"/>
              <a:t> do sinal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828060C-5809-5EDE-042C-729F8D76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75" y="4200101"/>
            <a:ext cx="6030376" cy="1020765"/>
          </a:xfrm>
          <a:prstGeom prst="rect">
            <a:avLst/>
          </a:prstGeom>
          <a:effectLst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3C8D41-1631-55A2-2618-20C24CC54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54" y="2469003"/>
            <a:ext cx="4133809" cy="1584898"/>
          </a:xfrm>
          <a:prstGeom prst="rect">
            <a:avLst/>
          </a:prstGeom>
          <a:effectLst/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427BF77-9C20-CD1E-1DAF-4DA2EAD1B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396" y="5384517"/>
            <a:ext cx="8006009" cy="1020765"/>
          </a:xfrm>
          <a:prstGeom prst="rect">
            <a:avLst/>
          </a:prstGeom>
          <a:effectLst/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7F270FE-3B8F-94C8-2F44-918D7C3348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344" y="2414800"/>
            <a:ext cx="7320561" cy="177523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5654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D2699-4C59-6513-4C07-B60044857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1">
            <a:extLst>
              <a:ext uri="{FF2B5EF4-FFF2-40B4-BE49-F238E27FC236}">
                <a16:creationId xmlns:a16="http://schemas.microsoft.com/office/drawing/2014/main" id="{00F3CD51-61FE-8B25-67D7-0CC090D8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6" y="66676"/>
            <a:ext cx="7514041" cy="1076324"/>
          </a:xfrm>
        </p:spPr>
        <p:txBody>
          <a:bodyPr>
            <a:normAutofit/>
          </a:bodyPr>
          <a:lstStyle/>
          <a:p>
            <a:r>
              <a:rPr lang="pt-BR" dirty="0" err="1"/>
              <a:t>Kurtosis</a:t>
            </a:r>
            <a:r>
              <a:rPr lang="pt-BR" dirty="0"/>
              <a:t> do Sinal estimado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460CB7-1147-621E-1F79-62786AD61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33" r="-4" b="8730"/>
          <a:stretch>
            <a:fillRect/>
          </a:stretch>
        </p:blipFill>
        <p:spPr>
          <a:xfrm>
            <a:off x="-43746" y="2277992"/>
            <a:ext cx="5946835" cy="41228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2" name="Rectangle 34">
            <a:extLst>
              <a:ext uri="{FF2B5EF4-FFF2-40B4-BE49-F238E27FC236}">
                <a16:creationId xmlns:a16="http://schemas.microsoft.com/office/drawing/2014/main" id="{78D66203-18BB-40A2-B632-9356FE169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C321BB-9CB0-2DF4-7F05-3AF158566A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96" r="-4" b="2874"/>
          <a:stretch>
            <a:fillRect/>
          </a:stretch>
        </p:blipFill>
        <p:spPr>
          <a:xfrm>
            <a:off x="5903089" y="2277992"/>
            <a:ext cx="6200444" cy="412280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8A94F93-459D-A714-6FAD-F4F0E485631C}"/>
              </a:ext>
            </a:extLst>
          </p:cNvPr>
          <p:cNvSpPr txBox="1"/>
          <p:nvPr/>
        </p:nvSpPr>
        <p:spPr>
          <a:xfrm>
            <a:off x="88467" y="943539"/>
            <a:ext cx="34262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a1 e a2 entre -1 e 7:</a:t>
            </a:r>
          </a:p>
          <a:p>
            <a:r>
              <a:rPr lang="pt-BR" dirty="0"/>
              <a:t>Curtose máxima: 47.137</a:t>
            </a:r>
          </a:p>
          <a:p>
            <a:r>
              <a:rPr lang="pt-BR" dirty="0"/>
              <a:t>Coordenada a1: 2.142</a:t>
            </a:r>
          </a:p>
          <a:p>
            <a:r>
              <a:rPr lang="pt-BR" dirty="0"/>
              <a:t>Coordenada a2: 1.331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293C16-029F-1A15-DD2B-D4A55D1BF8D6}"/>
              </a:ext>
            </a:extLst>
          </p:cNvPr>
          <p:cNvSpPr txBox="1"/>
          <p:nvPr/>
        </p:nvSpPr>
        <p:spPr>
          <a:xfrm>
            <a:off x="4283177" y="943538"/>
            <a:ext cx="3245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a1 e a2 entre -1 e 1:</a:t>
            </a:r>
          </a:p>
          <a:p>
            <a:r>
              <a:rPr lang="pt-BR" dirty="0"/>
              <a:t>Curtose máxima: 37.096</a:t>
            </a:r>
          </a:p>
          <a:p>
            <a:r>
              <a:rPr lang="pt-BR" dirty="0"/>
              <a:t>Coordenada a1: -0.595</a:t>
            </a:r>
          </a:p>
          <a:p>
            <a:r>
              <a:rPr lang="pt-BR" dirty="0"/>
              <a:t>Coordenada a2: 0.0338</a:t>
            </a:r>
          </a:p>
        </p:txBody>
      </p:sp>
    </p:spTree>
    <p:extLst>
      <p:ext uri="{BB962C8B-B14F-4D97-AF65-F5344CB8AC3E}">
        <p14:creationId xmlns:p14="http://schemas.microsoft.com/office/powerpoint/2010/main" val="20034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0E0D787-AE1B-4A56-7AA5-CF4C6C03B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0" y="-19050"/>
            <a:ext cx="9558188" cy="6858000"/>
          </a:xfrm>
          <a:prstGeom prst="rect">
            <a:avLst/>
          </a:prstGeom>
          <a:effectLst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A15666-B53B-4CFB-6AE6-76F43C10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9843" y="1459017"/>
            <a:ext cx="2487537" cy="30367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Sinal</a:t>
            </a:r>
            <a:r>
              <a:rPr lang="en-US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recupe</a:t>
            </a:r>
            <a:r>
              <a:rPr lang="en-US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</a:t>
            </a:r>
            <a:br>
              <a:rPr lang="en-US" b="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b="0" i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rado</a:t>
            </a:r>
            <a:endParaRPr lang="en-US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244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0B27-9B13-7B14-B7C7-DEAF43820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09B90-7548-E91B-AE5D-696D82F8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5811F1-F3E0-B90F-F787-3B4BB7CC9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7" y="1290918"/>
            <a:ext cx="8946541" cy="1938057"/>
          </a:xfrm>
        </p:spPr>
        <p:txBody>
          <a:bodyPr>
            <a:normAutofit fontScale="92500" lnSpcReduction="10000"/>
          </a:bodyPr>
          <a:lstStyle/>
          <a:p>
            <a:r>
              <a:rPr lang="pt-BR" dirty="0" err="1"/>
              <a:t>Kurtosis</a:t>
            </a:r>
            <a:r>
              <a:rPr lang="pt-BR" dirty="0"/>
              <a:t> mede a não-</a:t>
            </a:r>
            <a:r>
              <a:rPr lang="pt-BR" dirty="0" err="1"/>
              <a:t>gaussianidade</a:t>
            </a:r>
            <a:r>
              <a:rPr lang="pt-BR" dirty="0"/>
              <a:t> de um sinal.</a:t>
            </a:r>
          </a:p>
          <a:p>
            <a:r>
              <a:rPr lang="pt-BR" dirty="0"/>
              <a:t>Tende a deixar o sinal impulsivo, seja positivo ou negativo.</a:t>
            </a:r>
          </a:p>
          <a:p>
            <a:r>
              <a:rPr lang="pt-BR" dirty="0"/>
              <a:t>Podem existir mínimos locais.</a:t>
            </a:r>
          </a:p>
          <a:p>
            <a:r>
              <a:rPr lang="pt-BR" dirty="0"/>
              <a:t>É melhor aplicado em sinais branqueados (LPC).</a:t>
            </a:r>
          </a:p>
          <a:p>
            <a:r>
              <a:rPr lang="pt-BR" dirty="0"/>
              <a:t>Essa medida sozinha, não garante boa recuperação.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6C9A062-AF36-EBFD-D62C-7182A15910AD}"/>
              </a:ext>
            </a:extLst>
          </p:cNvPr>
          <p:cNvSpPr txBox="1">
            <a:spLocks/>
          </p:cNvSpPr>
          <p:nvPr/>
        </p:nvSpPr>
        <p:spPr>
          <a:xfrm>
            <a:off x="236045" y="3638550"/>
            <a:ext cx="5421805" cy="857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Trabalhos futuros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E07D93E-44C9-1C3E-6950-75110567B639}"/>
              </a:ext>
            </a:extLst>
          </p:cNvPr>
          <p:cNvSpPr txBox="1">
            <a:spLocks/>
          </p:cNvSpPr>
          <p:nvPr/>
        </p:nvSpPr>
        <p:spPr>
          <a:xfrm>
            <a:off x="236045" y="4467225"/>
            <a:ext cx="8946541" cy="1938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dirty="0"/>
              <a:t>Usar a </a:t>
            </a:r>
            <a:r>
              <a:rPr lang="pt-BR" dirty="0" err="1"/>
              <a:t>Kurtosis</a:t>
            </a:r>
            <a:r>
              <a:rPr lang="pt-BR" dirty="0"/>
              <a:t> como uma das restrições para o sinal em estudo. Junto por exemplo com não-negativo, restrições </a:t>
            </a:r>
            <a:r>
              <a:rPr lang="pt-BR"/>
              <a:t>probabilísticas etc.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6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40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43" name="Rectangle 19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1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45" name="Straight Connector 23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D5FF820-7469-2819-AB04-663E0271D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78202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F50B-3787-4E3E-5534-EEDB59DD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0D62A-D97D-EFE6-1ADC-99A68FE8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22" y="1409082"/>
            <a:ext cx="3914314" cy="2410563"/>
          </a:xfrm>
        </p:spPr>
        <p:txBody>
          <a:bodyPr/>
          <a:lstStyle/>
          <a:p>
            <a:r>
              <a:rPr lang="pt-BR" dirty="0"/>
              <a:t>Imagem</a:t>
            </a:r>
            <a:br>
              <a:rPr lang="pt-BR" dirty="0"/>
            </a:br>
            <a:r>
              <a:rPr lang="pt-BR" dirty="0"/>
              <a:t> de</a:t>
            </a:r>
            <a:br>
              <a:rPr lang="pt-BR" dirty="0"/>
            </a:br>
            <a:r>
              <a:rPr lang="pt-BR" dirty="0"/>
              <a:t>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4BE87B-F932-88AE-303B-F88A8B4ED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1397" y="5166508"/>
            <a:ext cx="8946541" cy="4195481"/>
          </a:xfrm>
        </p:spPr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C583CE-100A-E455-EB83-C33373E1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944" y="452718"/>
            <a:ext cx="8171639" cy="62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78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231</Words>
  <Application>Microsoft Office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Íon</vt:lpstr>
      <vt:lpstr>Trabalho final do Curso:</vt:lpstr>
      <vt:lpstr>Contexto</vt:lpstr>
      <vt:lpstr>Contexto</vt:lpstr>
      <vt:lpstr>Aplicação do Filtro Cego de Kurtosis</vt:lpstr>
      <vt:lpstr>Filtro Cego via Kurtosis Máxima</vt:lpstr>
      <vt:lpstr>Processo de atualização e recuperação do sinal</vt:lpstr>
      <vt:lpstr>Kurtosis do Sinal estimado</vt:lpstr>
      <vt:lpstr>Sinal   recupe- rado</vt:lpstr>
      <vt:lpstr>Conclusões</vt:lpstr>
      <vt:lpstr>OBRIGADO!</vt:lpstr>
      <vt:lpstr>Imagem  de  referência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Wajsenzon Lopes</dc:creator>
  <cp:lastModifiedBy>Caio Wajsenzon Lopes</cp:lastModifiedBy>
  <cp:revision>1</cp:revision>
  <dcterms:created xsi:type="dcterms:W3CDTF">2026-08-21T01:25:05Z</dcterms:created>
  <dcterms:modified xsi:type="dcterms:W3CDTF">2026-08-21T13:18:05Z</dcterms:modified>
</cp:coreProperties>
</file>